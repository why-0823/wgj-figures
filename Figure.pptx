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7" r:id="rId3"/>
    <p:sldId id="258" r:id="rId5"/>
    <p:sldId id="259" r:id="rId6"/>
    <p:sldId id="260" r:id="rId7"/>
    <p:sldId id="261" r:id="rId8"/>
  </p:sldIdLst>
  <p:sldSz cx="1367917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PG Wang,Jin-Lei" initials="BW" lastIdx="2" clrIdx="0"/>
  <p:cmAuthor id="2" name="Admin" initials="A" lastIdx="4"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487"/>
    <p:restoredTop sz="94676"/>
  </p:normalViewPr>
  <p:slideViewPr>
    <p:cSldViewPr snapToGrid="0" snapToObjects="1">
      <p:cViewPr varScale="1">
        <p:scale>
          <a:sx n="118" d="100"/>
          <a:sy n="118"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commentAuthors" Target="commentAuthors.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3FFBA-916B-44D6-B8EE-7AD2231AB41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52425" y="1143000"/>
            <a:ext cx="615315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EF74BD-23EC-448A-AB0B-4D6376FB542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AEF74BD-23EC-448A-AB0B-4D6376FB542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709936" y="1122363"/>
            <a:ext cx="10259616"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709936" y="3602038"/>
            <a:ext cx="1025961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B774054-104B-3143-9DF2-127F01CC14C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B774054-104B-3143-9DF2-127F01CC14C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933340" y="1709739"/>
            <a:ext cx="11798558"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933340" y="4589464"/>
            <a:ext cx="11798558"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DB774054-104B-3143-9DF2-127F01CC14C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940465" y="1825625"/>
            <a:ext cx="5813782"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925241" y="1825625"/>
            <a:ext cx="5813782"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DB774054-104B-3143-9DF2-127F01CC14C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942247" y="365126"/>
            <a:ext cx="11798558"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942247" y="1681163"/>
            <a:ext cx="578706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942247" y="2505075"/>
            <a:ext cx="5787064"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925241" y="1681163"/>
            <a:ext cx="581556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925241" y="2505075"/>
            <a:ext cx="5815564"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DB774054-104B-3143-9DF2-127F01CC14C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B774054-104B-3143-9DF2-127F01CC14C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774054-104B-3143-9DF2-127F01CC14C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942247" y="457200"/>
            <a:ext cx="4411991"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815564" y="987426"/>
            <a:ext cx="692524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942247" y="2057400"/>
            <a:ext cx="441199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B774054-104B-3143-9DF2-127F01CC14C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942247" y="457200"/>
            <a:ext cx="4411991"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815564" y="987426"/>
            <a:ext cx="6925241"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942247" y="2057400"/>
            <a:ext cx="4411991"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DB774054-104B-3143-9DF2-127F01CC14C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B774054-104B-3143-9DF2-127F01CC14C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89383" y="365125"/>
            <a:ext cx="294964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940465" y="365125"/>
            <a:ext cx="8677925"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DB774054-104B-3143-9DF2-127F01CC14C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B42FB16-D80B-4A41-88D6-885CBA7228B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40465" y="365126"/>
            <a:ext cx="11798558"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940465" y="1825625"/>
            <a:ext cx="11798558"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940465" y="6356351"/>
            <a:ext cx="307788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774054-104B-3143-9DF2-127F01CC14C2}" type="datetimeFigureOut">
              <a:rPr lang="en-US" smtClean="0"/>
            </a:fld>
            <a:endParaRPr lang="en-US"/>
          </a:p>
        </p:txBody>
      </p:sp>
      <p:sp>
        <p:nvSpPr>
          <p:cNvPr id="5" name="Footer Placeholder 4"/>
          <p:cNvSpPr>
            <a:spLocks noGrp="1"/>
          </p:cNvSpPr>
          <p:nvPr>
            <p:ph type="ftr" sz="quarter" idx="3"/>
          </p:nvPr>
        </p:nvSpPr>
        <p:spPr>
          <a:xfrm>
            <a:off x="4531331" y="6356351"/>
            <a:ext cx="4616827"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661138" y="6356351"/>
            <a:ext cx="307788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42FB16-D80B-4A41-88D6-885CBA7228B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7732746" name="图片 1"/>
          <p:cNvPicPr>
            <a:picLocks noChangeAspect="1"/>
          </p:cNvPicPr>
          <p:nvPr/>
        </p:nvPicPr>
        <p:blipFill>
          <a:blip r:embed="rId1"/>
          <a:stretch>
            <a:fillRect/>
          </a:stretch>
        </p:blipFill>
        <p:spPr>
          <a:xfrm>
            <a:off x="1715770" y="1173480"/>
            <a:ext cx="4568190" cy="4030345"/>
          </a:xfrm>
          <a:prstGeom prst="rect">
            <a:avLst/>
          </a:prstGeom>
        </p:spPr>
      </p:pic>
      <p:pic>
        <p:nvPicPr>
          <p:cNvPr id="1140687481" name="图片 1"/>
          <p:cNvPicPr>
            <a:picLocks noChangeAspect="1"/>
          </p:cNvPicPr>
          <p:nvPr/>
        </p:nvPicPr>
        <p:blipFill>
          <a:blip r:embed="rId2"/>
          <a:srcRect t="1" b="2516"/>
          <a:stretch>
            <a:fillRect/>
          </a:stretch>
        </p:blipFill>
        <p:spPr>
          <a:xfrm>
            <a:off x="7807960" y="1322070"/>
            <a:ext cx="4565650" cy="3881120"/>
          </a:xfrm>
          <a:prstGeom prst="rect">
            <a:avLst/>
          </a:prstGeom>
          <a:ln>
            <a:noFill/>
          </a:ln>
        </p:spPr>
      </p:pic>
      <p:sp>
        <p:nvSpPr>
          <p:cNvPr id="18" name="文本框 17"/>
          <p:cNvSpPr txBox="1"/>
          <p:nvPr/>
        </p:nvSpPr>
        <p:spPr>
          <a:xfrm>
            <a:off x="1481455" y="434975"/>
            <a:ext cx="11434445" cy="460375"/>
          </a:xfrm>
          <a:prstGeom prst="rect">
            <a:avLst/>
          </a:prstGeom>
        </p:spPr>
        <p:txBody>
          <a:bodyPr wrap="square">
            <a:spAutoFit/>
          </a:bodyPr>
          <a:p>
            <a:pPr marL="0" indent="0" defTabSz="266700" eaLnBrk="0">
              <a:lnSpc>
                <a:spcPct val="150000"/>
              </a:lnSpc>
              <a:spcBef>
                <a:spcPct val="0"/>
              </a:spcBef>
              <a:spcAft>
                <a:spcPct val="0"/>
              </a:spcAft>
            </a:pPr>
            <a:r>
              <a:rPr lang="en-US" sz="1600">
                <a:solidFill>
                  <a:srgbClr val="000000"/>
                </a:solidFill>
                <a:latin typeface="Book Antiqua" panose="02040602050305030304"/>
                <a:ea typeface="宋体" panose="02010600030101010101" pitchFamily="2" charset="-122"/>
              </a:rPr>
              <a:t>Fig1:   (A)                                                                                                                   (B)</a:t>
            </a:r>
            <a:endParaRPr lang="zh-CN" altLang="en-US" sz="1600">
              <a:solidFill>
                <a:srgbClr val="000000"/>
              </a:solidFill>
              <a:latin typeface="Book Antiqua" panose="02040602050305030304"/>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67090586" name="图片 1"/>
          <p:cNvPicPr>
            <a:picLocks noChangeAspect="1"/>
          </p:cNvPicPr>
          <p:nvPr/>
        </p:nvPicPr>
        <p:blipFill>
          <a:blip r:embed="rId1"/>
          <a:stretch>
            <a:fillRect/>
          </a:stretch>
        </p:blipFill>
        <p:spPr>
          <a:xfrm>
            <a:off x="1475105" y="1424940"/>
            <a:ext cx="4781550" cy="4008120"/>
          </a:xfrm>
          <a:prstGeom prst="rect">
            <a:avLst/>
          </a:prstGeom>
        </p:spPr>
      </p:pic>
      <p:pic>
        <p:nvPicPr>
          <p:cNvPr id="315319269" name="图片 1"/>
          <p:cNvPicPr>
            <a:picLocks noChangeAspect="1"/>
          </p:cNvPicPr>
          <p:nvPr/>
        </p:nvPicPr>
        <p:blipFill>
          <a:blip r:embed="rId2"/>
          <a:srcRect t="2822" r="1361" b="2290"/>
          <a:stretch>
            <a:fillRect/>
          </a:stretch>
        </p:blipFill>
        <p:spPr>
          <a:xfrm>
            <a:off x="7637780" y="1424940"/>
            <a:ext cx="5171440" cy="4036695"/>
          </a:xfrm>
          <a:prstGeom prst="rect">
            <a:avLst/>
          </a:prstGeom>
          <a:ln>
            <a:noFill/>
          </a:ln>
        </p:spPr>
      </p:pic>
      <p:sp>
        <p:nvSpPr>
          <p:cNvPr id="18" name="文本框 17"/>
          <p:cNvSpPr txBox="1"/>
          <p:nvPr/>
        </p:nvSpPr>
        <p:spPr>
          <a:xfrm>
            <a:off x="1481455" y="527685"/>
            <a:ext cx="11434445" cy="460375"/>
          </a:xfrm>
          <a:prstGeom prst="rect">
            <a:avLst/>
          </a:prstGeom>
        </p:spPr>
        <p:txBody>
          <a:bodyPr wrap="square">
            <a:spAutoFit/>
          </a:bodyPr>
          <a:p>
            <a:pPr marL="0" indent="0" defTabSz="266700" eaLnBrk="0">
              <a:lnSpc>
                <a:spcPct val="150000"/>
              </a:lnSpc>
              <a:spcBef>
                <a:spcPct val="0"/>
              </a:spcBef>
              <a:spcAft>
                <a:spcPct val="0"/>
              </a:spcAft>
            </a:pPr>
            <a:r>
              <a:rPr lang="en-US" sz="1600">
                <a:solidFill>
                  <a:srgbClr val="000000"/>
                </a:solidFill>
                <a:latin typeface="Book Antiqua" panose="02040602050305030304"/>
                <a:ea typeface="宋体" panose="02010600030101010101" pitchFamily="2" charset="-122"/>
              </a:rPr>
              <a:t>Fig1:   (C)                                                                                                                   (D)</a:t>
            </a:r>
            <a:endParaRPr lang="zh-CN" altLang="en-US" sz="1600">
              <a:solidFill>
                <a:srgbClr val="000000"/>
              </a:solidFill>
              <a:latin typeface="Book Antiqua" panose="02040602050305030304"/>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57831790" name="图片 1"/>
          <p:cNvPicPr>
            <a:picLocks noChangeAspect="1"/>
          </p:cNvPicPr>
          <p:nvPr/>
        </p:nvPicPr>
        <p:blipFill>
          <a:blip r:embed="rId1"/>
          <a:stretch>
            <a:fillRect/>
          </a:stretch>
        </p:blipFill>
        <p:spPr>
          <a:xfrm>
            <a:off x="1447165" y="1264920"/>
            <a:ext cx="4960620" cy="4328160"/>
          </a:xfrm>
          <a:prstGeom prst="rect">
            <a:avLst/>
          </a:prstGeom>
        </p:spPr>
      </p:pic>
      <p:sp>
        <p:nvSpPr>
          <p:cNvPr id="18" name="文本框 17"/>
          <p:cNvSpPr txBox="1"/>
          <p:nvPr/>
        </p:nvSpPr>
        <p:spPr>
          <a:xfrm>
            <a:off x="1447165" y="804545"/>
            <a:ext cx="11434445" cy="460375"/>
          </a:xfrm>
          <a:prstGeom prst="rect">
            <a:avLst/>
          </a:prstGeom>
        </p:spPr>
        <p:txBody>
          <a:bodyPr wrap="square">
            <a:spAutoFit/>
          </a:bodyPr>
          <a:p>
            <a:pPr marL="0" indent="0" defTabSz="266700" eaLnBrk="0">
              <a:lnSpc>
                <a:spcPct val="150000"/>
              </a:lnSpc>
              <a:spcBef>
                <a:spcPct val="0"/>
              </a:spcBef>
              <a:spcAft>
                <a:spcPct val="0"/>
              </a:spcAft>
            </a:pPr>
            <a:r>
              <a:rPr lang="en-US" sz="1600">
                <a:solidFill>
                  <a:srgbClr val="000000"/>
                </a:solidFill>
                <a:latin typeface="Book Antiqua" panose="02040602050305030304"/>
                <a:ea typeface="宋体" panose="02010600030101010101" pitchFamily="2" charset="-122"/>
              </a:rPr>
              <a:t>Fig1:   (E) </a:t>
            </a:r>
            <a:endParaRPr lang="zh-CN" altLang="en-US" sz="1600">
              <a:solidFill>
                <a:srgbClr val="000000"/>
              </a:solidFill>
              <a:latin typeface="Book Antiqua" panose="02040602050305030304"/>
              <a:ea typeface="宋体" panose="02010600030101010101" pitchFamily="2" charset="-122"/>
            </a:endParaRPr>
          </a:p>
        </p:txBody>
      </p:sp>
      <p:sp>
        <p:nvSpPr>
          <p:cNvPr id="4" name="文本框 3"/>
          <p:cNvSpPr txBox="1"/>
          <p:nvPr/>
        </p:nvSpPr>
        <p:spPr>
          <a:xfrm>
            <a:off x="6839585" y="1952625"/>
            <a:ext cx="6320790" cy="1476375"/>
          </a:xfrm>
          <a:prstGeom prst="rect">
            <a:avLst/>
          </a:prstGeom>
          <a:noFill/>
        </p:spPr>
        <p:txBody>
          <a:bodyPr wrap="square" rtlCol="0">
            <a:spAutoFit/>
          </a:bodyPr>
          <a:p>
            <a:r>
              <a:rPr lang="en-US" altLang="zh-CN"/>
              <a:t>Fig 1. ROC curves for malnutrition and sarcopenia in UC patients. (A) PhA values for malnutrition in females. (B) PhA values for malnutrition in males. (C) PhA values for sarcopenia in females. (D) PhA values for sarcopenia in males. (E) Different predictive indicators value for sarcopenia</a:t>
            </a:r>
            <a:endParaRPr lang="en-US" alt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24692751" name="图片 1"/>
          <p:cNvPicPr>
            <a:picLocks noChangeAspect="1"/>
          </p:cNvPicPr>
          <p:nvPr/>
        </p:nvPicPr>
        <p:blipFill>
          <a:blip r:embed="rId1"/>
          <a:stretch>
            <a:fillRect/>
          </a:stretch>
        </p:blipFill>
        <p:spPr>
          <a:xfrm>
            <a:off x="1431925" y="1753870"/>
            <a:ext cx="5338445" cy="3517900"/>
          </a:xfrm>
          <a:prstGeom prst="rect">
            <a:avLst/>
          </a:prstGeom>
        </p:spPr>
      </p:pic>
      <p:pic>
        <p:nvPicPr>
          <p:cNvPr id="1536299581" name="图片 1"/>
          <p:cNvPicPr>
            <a:picLocks noChangeAspect="1"/>
          </p:cNvPicPr>
          <p:nvPr/>
        </p:nvPicPr>
        <p:blipFill>
          <a:blip r:embed="rId2"/>
          <a:stretch>
            <a:fillRect/>
          </a:stretch>
        </p:blipFill>
        <p:spPr>
          <a:xfrm>
            <a:off x="7556500" y="1619250"/>
            <a:ext cx="4854575" cy="3652520"/>
          </a:xfrm>
          <a:prstGeom prst="rect">
            <a:avLst/>
          </a:prstGeom>
        </p:spPr>
      </p:pic>
      <p:sp>
        <p:nvSpPr>
          <p:cNvPr id="18" name="文本框 17"/>
          <p:cNvSpPr txBox="1"/>
          <p:nvPr/>
        </p:nvSpPr>
        <p:spPr>
          <a:xfrm>
            <a:off x="1037590" y="834390"/>
            <a:ext cx="11434445" cy="460375"/>
          </a:xfrm>
          <a:prstGeom prst="rect">
            <a:avLst/>
          </a:prstGeom>
        </p:spPr>
        <p:txBody>
          <a:bodyPr wrap="square">
            <a:spAutoFit/>
          </a:bodyPr>
          <a:p>
            <a:pPr marL="0" indent="0" defTabSz="266700" eaLnBrk="0">
              <a:lnSpc>
                <a:spcPct val="150000"/>
              </a:lnSpc>
              <a:spcBef>
                <a:spcPct val="0"/>
              </a:spcBef>
              <a:spcAft>
                <a:spcPct val="0"/>
              </a:spcAft>
            </a:pPr>
            <a:r>
              <a:rPr lang="en-US" sz="1600">
                <a:solidFill>
                  <a:srgbClr val="000000"/>
                </a:solidFill>
                <a:latin typeface="Book Antiqua" panose="02040602050305030304"/>
                <a:ea typeface="宋体" panose="02010600030101010101" pitchFamily="2" charset="-122"/>
              </a:rPr>
              <a:t>Fig2:   (A)                                                                                                                   (B)</a:t>
            </a:r>
            <a:endParaRPr lang="zh-CN" altLang="en-US" sz="1600">
              <a:solidFill>
                <a:srgbClr val="000000"/>
              </a:solidFill>
              <a:latin typeface="Book Antiqua" panose="02040602050305030304"/>
              <a:ea typeface="宋体" panose="02010600030101010101" pitchFamily="2" charset="-122"/>
            </a:endParaRPr>
          </a:p>
        </p:txBody>
      </p:sp>
      <p:sp>
        <p:nvSpPr>
          <p:cNvPr id="4" name="文本框 3"/>
          <p:cNvSpPr txBox="1"/>
          <p:nvPr/>
        </p:nvSpPr>
        <p:spPr>
          <a:xfrm>
            <a:off x="1163320" y="5475605"/>
            <a:ext cx="11965940" cy="368300"/>
          </a:xfrm>
          <a:prstGeom prst="rect">
            <a:avLst/>
          </a:prstGeom>
          <a:noFill/>
        </p:spPr>
        <p:txBody>
          <a:bodyPr wrap="square" rtlCol="0">
            <a:spAutoFit/>
          </a:bodyPr>
          <a:p>
            <a:r>
              <a:rPr lang="en-US" altLang="zh-CN"/>
              <a:t>Fig 2. (A) Bootstrap AUC distributions based on 1000 resamples. (B) Calibration Curve for the Combined Model</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82472681" name="图片 1"/>
          <p:cNvPicPr>
            <a:picLocks noChangeAspect="1"/>
          </p:cNvPicPr>
          <p:nvPr/>
        </p:nvPicPr>
        <p:blipFill>
          <a:blip r:embed="rId1"/>
          <a:srcRect r="12655" b="6612"/>
          <a:stretch>
            <a:fillRect/>
          </a:stretch>
        </p:blipFill>
        <p:spPr>
          <a:xfrm>
            <a:off x="1303020" y="1690370"/>
            <a:ext cx="5532755" cy="3693160"/>
          </a:xfrm>
          <a:prstGeom prst="rect">
            <a:avLst/>
          </a:prstGeom>
          <a:ln>
            <a:noFill/>
          </a:ln>
        </p:spPr>
      </p:pic>
      <p:pic>
        <p:nvPicPr>
          <p:cNvPr id="264283587" name="图片 1"/>
          <p:cNvPicPr>
            <a:picLocks noChangeAspect="1"/>
          </p:cNvPicPr>
          <p:nvPr/>
        </p:nvPicPr>
        <p:blipFill>
          <a:blip r:embed="rId2"/>
          <a:srcRect r="9071" b="10117"/>
          <a:stretch>
            <a:fillRect/>
          </a:stretch>
        </p:blipFill>
        <p:spPr>
          <a:xfrm>
            <a:off x="7273925" y="1690370"/>
            <a:ext cx="5563870" cy="3710305"/>
          </a:xfrm>
          <a:prstGeom prst="rect">
            <a:avLst/>
          </a:prstGeom>
          <a:ln>
            <a:noFill/>
          </a:ln>
        </p:spPr>
      </p:pic>
      <p:sp>
        <p:nvSpPr>
          <p:cNvPr id="18" name="文本框 17"/>
          <p:cNvSpPr txBox="1"/>
          <p:nvPr/>
        </p:nvSpPr>
        <p:spPr>
          <a:xfrm>
            <a:off x="1122045" y="993775"/>
            <a:ext cx="11434445" cy="460375"/>
          </a:xfrm>
          <a:prstGeom prst="rect">
            <a:avLst/>
          </a:prstGeom>
        </p:spPr>
        <p:txBody>
          <a:bodyPr wrap="square">
            <a:spAutoFit/>
          </a:bodyPr>
          <a:p>
            <a:pPr marL="0" indent="0" defTabSz="266700" eaLnBrk="0">
              <a:lnSpc>
                <a:spcPct val="150000"/>
              </a:lnSpc>
              <a:spcBef>
                <a:spcPct val="0"/>
              </a:spcBef>
              <a:spcAft>
                <a:spcPct val="0"/>
              </a:spcAft>
            </a:pPr>
            <a:r>
              <a:rPr lang="en-US" sz="1600">
                <a:solidFill>
                  <a:srgbClr val="000000"/>
                </a:solidFill>
                <a:latin typeface="Book Antiqua" panose="02040602050305030304"/>
                <a:ea typeface="宋体" panose="02010600030101010101" pitchFamily="2" charset="-122"/>
              </a:rPr>
              <a:t>Fig3:   (A)                                                                                                                   (B)</a:t>
            </a:r>
            <a:endParaRPr lang="zh-CN" altLang="en-US" sz="1600">
              <a:solidFill>
                <a:srgbClr val="000000"/>
              </a:solidFill>
              <a:latin typeface="Book Antiqua" panose="02040602050305030304"/>
              <a:ea typeface="宋体" panose="02010600030101010101" pitchFamily="2" charset="-122"/>
            </a:endParaRPr>
          </a:p>
        </p:txBody>
      </p:sp>
      <p:sp>
        <p:nvSpPr>
          <p:cNvPr id="4" name="文本框 3"/>
          <p:cNvSpPr txBox="1"/>
          <p:nvPr/>
        </p:nvSpPr>
        <p:spPr>
          <a:xfrm>
            <a:off x="1122045" y="5681345"/>
            <a:ext cx="11434445" cy="645160"/>
          </a:xfrm>
          <a:prstGeom prst="rect">
            <a:avLst/>
          </a:prstGeom>
          <a:noFill/>
        </p:spPr>
        <p:txBody>
          <a:bodyPr wrap="square" rtlCol="0">
            <a:spAutoFit/>
          </a:bodyPr>
          <a:p>
            <a:r>
              <a:rPr lang="en-US" altLang="zh-CN"/>
              <a:t>Fig 3. Kaplan-Meier curve for readmission intervals in UC patients. (A) Time between readmission during 12 weeks. (B) Time between readmission during 54 weeks.</a:t>
            </a:r>
            <a:endParaRPr lang="en-US" altLang="zh-CN"/>
          </a:p>
        </p:txBody>
      </p:sp>
    </p:spTree>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1085</Words>
  <Application>WPS 演示</Application>
  <PresentationFormat>自定义</PresentationFormat>
  <Paragraphs>16</Paragraphs>
  <Slides>5</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5</vt:i4>
      </vt:variant>
    </vt:vector>
  </HeadingPairs>
  <TitlesOfParts>
    <vt:vector size="19" baseType="lpstr">
      <vt:lpstr>Arial</vt:lpstr>
      <vt:lpstr>宋体</vt:lpstr>
      <vt:lpstr>Wingdings</vt:lpstr>
      <vt:lpstr>Century Gothic</vt:lpstr>
      <vt:lpstr>Calibri</vt:lpstr>
      <vt:lpstr>Tahoma</vt:lpstr>
      <vt:lpstr>微软雅黑</vt:lpstr>
      <vt:lpstr>Arial Unicode MS</vt:lpstr>
      <vt:lpstr>等线 Light</vt:lpstr>
      <vt:lpstr>Calibri Light</vt:lpstr>
      <vt:lpstr>等线</vt:lpstr>
      <vt:lpstr>Calibri</vt:lpstr>
      <vt:lpstr>Book Antiqua</vt:lpstr>
      <vt:lpstr>Office Theme</vt:lpstr>
      <vt:lpstr>Updated editorial workflow</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Proposed editorial work flow</dc:title>
  <dc:creator>Shahidul Islam</dc:creator>
  <cp:lastModifiedBy>R.</cp:lastModifiedBy>
  <cp:revision>121</cp:revision>
  <dcterms:created xsi:type="dcterms:W3CDTF">2021-11-19T17:53:00Z</dcterms:created>
  <dcterms:modified xsi:type="dcterms:W3CDTF">2026-04-21T14:01:12Z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2BD5D4AB285E493E853E2F1C7D5A8AFF_12</vt:lpwstr>
  </property>
</Properties>
</file>